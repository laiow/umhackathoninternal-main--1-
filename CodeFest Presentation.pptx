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M Sans Bold" charset="1" panose="00000000000000000000"/>
      <p:regular r:id="rId17"/>
    </p:embeddedFont>
    <p:embeddedFont>
      <p:font typeface="League Spartan" charset="1" panose="00000800000000000000"/>
      <p:regular r:id="rId18"/>
    </p:embeddedFont>
    <p:embeddedFont>
      <p:font typeface="DM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5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5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7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4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35353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1354" y="1028700"/>
            <a:ext cx="4282420" cy="8229600"/>
          </a:xfrm>
          <a:custGeom>
            <a:avLst/>
            <a:gdLst/>
            <a:ahLst/>
            <a:cxnLst/>
            <a:rect r="r" b="b" t="t" l="l"/>
            <a:pathLst>
              <a:path h="8229600" w="428242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1028700"/>
            <a:ext cx="4282420" cy="8229600"/>
          </a:xfrm>
          <a:custGeom>
            <a:avLst/>
            <a:gdLst/>
            <a:ahLst/>
            <a:cxnLst/>
            <a:rect r="r" b="b" t="t" l="l"/>
            <a:pathLst>
              <a:path h="8229600" w="4282420">
                <a:moveTo>
                  <a:pt x="4282420" y="0"/>
                </a:moveTo>
                <a:lnTo>
                  <a:pt x="0" y="0"/>
                </a:lnTo>
                <a:lnTo>
                  <a:pt x="0" y="8229600"/>
                </a:lnTo>
                <a:lnTo>
                  <a:pt x="4282420" y="8229600"/>
                </a:lnTo>
                <a:lnTo>
                  <a:pt x="428242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67517" y="6745731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28070" y="8006817"/>
            <a:ext cx="8231859" cy="69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2"/>
              </a:lnSpc>
            </a:pPr>
            <a:r>
              <a:rPr lang="en-US" b="true" sz="4418" spc="44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By Team Yijiaren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16243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19372" y="1433347"/>
            <a:ext cx="2619871" cy="2601637"/>
          </a:xfrm>
          <a:custGeom>
            <a:avLst/>
            <a:gdLst/>
            <a:ahLst/>
            <a:cxnLst/>
            <a:rect r="r" b="b" t="t" l="l"/>
            <a:pathLst>
              <a:path h="2601637" w="2619871">
                <a:moveTo>
                  <a:pt x="0" y="0"/>
                </a:moveTo>
                <a:lnTo>
                  <a:pt x="2619871" y="0"/>
                </a:lnTo>
                <a:lnTo>
                  <a:pt x="2619871" y="2601637"/>
                </a:lnTo>
                <a:lnTo>
                  <a:pt x="0" y="26016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5861" t="-77093" r="-73773" b="-7429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56792" y="4861242"/>
            <a:ext cx="13574416" cy="157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9"/>
              </a:lnSpc>
            </a:pPr>
            <a:r>
              <a:rPr lang="en-US" sz="11367" spc="113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SYNCURE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84674" y="1329555"/>
            <a:ext cx="8990974" cy="2244275"/>
            <a:chOff x="0" y="0"/>
            <a:chExt cx="2186727" cy="5458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6727" cy="545838"/>
            </a:xfrm>
            <a:custGeom>
              <a:avLst/>
              <a:gdLst/>
              <a:ahLst/>
              <a:cxnLst/>
              <a:rect r="r" b="b" t="t" l="l"/>
              <a:pathLst>
                <a:path h="545838" w="2186727">
                  <a:moveTo>
                    <a:pt x="0" y="0"/>
                  </a:moveTo>
                  <a:lnTo>
                    <a:pt x="2186727" y="0"/>
                  </a:lnTo>
                  <a:lnTo>
                    <a:pt x="2186727" y="545838"/>
                  </a:lnTo>
                  <a:lnTo>
                    <a:pt x="0" y="5458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86727" cy="583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84674" y="4171790"/>
            <a:ext cx="8990974" cy="2244275"/>
            <a:chOff x="0" y="0"/>
            <a:chExt cx="2186727" cy="5458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6727" cy="545838"/>
            </a:xfrm>
            <a:custGeom>
              <a:avLst/>
              <a:gdLst/>
              <a:ahLst/>
              <a:cxnLst/>
              <a:rect r="r" b="b" t="t" l="l"/>
              <a:pathLst>
                <a:path h="545838" w="2186727">
                  <a:moveTo>
                    <a:pt x="0" y="0"/>
                  </a:moveTo>
                  <a:lnTo>
                    <a:pt x="2186727" y="0"/>
                  </a:lnTo>
                  <a:lnTo>
                    <a:pt x="2186727" y="545838"/>
                  </a:lnTo>
                  <a:lnTo>
                    <a:pt x="0" y="5458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86727" cy="583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35353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70706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484674" y="7014025"/>
            <a:ext cx="8990974" cy="2244275"/>
            <a:chOff x="0" y="0"/>
            <a:chExt cx="2186727" cy="5458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6727" cy="545838"/>
            </a:xfrm>
            <a:custGeom>
              <a:avLst/>
              <a:gdLst/>
              <a:ahLst/>
              <a:cxnLst/>
              <a:rect r="r" b="b" t="t" l="l"/>
              <a:pathLst>
                <a:path h="545838" w="2186727">
                  <a:moveTo>
                    <a:pt x="0" y="0"/>
                  </a:moveTo>
                  <a:lnTo>
                    <a:pt x="2186727" y="0"/>
                  </a:lnTo>
                  <a:lnTo>
                    <a:pt x="2186727" y="545838"/>
                  </a:lnTo>
                  <a:lnTo>
                    <a:pt x="0" y="5458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86727" cy="583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343179" y="1329555"/>
            <a:ext cx="5425627" cy="4912658"/>
          </a:xfrm>
          <a:custGeom>
            <a:avLst/>
            <a:gdLst/>
            <a:ahLst/>
            <a:cxnLst/>
            <a:rect r="r" b="b" t="t" l="l"/>
            <a:pathLst>
              <a:path h="4912658" w="5425627">
                <a:moveTo>
                  <a:pt x="0" y="0"/>
                </a:moveTo>
                <a:lnTo>
                  <a:pt x="5425627" y="0"/>
                </a:lnTo>
                <a:lnTo>
                  <a:pt x="5425627" y="4912658"/>
                </a:lnTo>
                <a:lnTo>
                  <a:pt x="0" y="49126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385236" y="7027142"/>
            <a:ext cx="7758764" cy="2231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55"/>
              </a:lnSpc>
            </a:pPr>
            <a:r>
              <a:rPr lang="en-US" sz="8165" spc="81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28428" y="1472860"/>
            <a:ext cx="4953302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194A8D"/>
                </a:solidFill>
                <a:latin typeface="DM Sans Bold"/>
                <a:ea typeface="DM Sans Bold"/>
                <a:cs typeface="DM Sans Bold"/>
                <a:sym typeface="DM Sans Bold"/>
              </a:rPr>
              <a:t>Outdated Doctor Schedules, services and contact info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28428" y="4314935"/>
            <a:ext cx="4953302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194A8D"/>
                </a:soli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  <a:r>
              <a:rPr lang="en-US" b="true" sz="3200">
                <a:solidFill>
                  <a:srgbClr val="194A8D"/>
                </a:solidFill>
                <a:latin typeface="DM Sans Bold"/>
                <a:ea typeface="DM Sans Bold"/>
                <a:cs typeface="DM Sans Bold"/>
                <a:sym typeface="DM Sans Bold"/>
              </a:rPr>
              <a:t>ost clinics lack technical personnel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28428" y="7157010"/>
            <a:ext cx="4953302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194A8D"/>
                </a:solidFill>
                <a:latin typeface="DM Sans Bold"/>
                <a:ea typeface="DM Sans Bold"/>
                <a:cs typeface="DM Sans Bold"/>
                <a:sym typeface="DM Sans Bold"/>
              </a:rPr>
              <a:t>P</a:t>
            </a:r>
            <a:r>
              <a:rPr lang="en-US" b="true" sz="3200">
                <a:solidFill>
                  <a:srgbClr val="194A8D"/>
                </a:solidFill>
                <a:latin typeface="DM Sans Bold"/>
                <a:ea typeface="DM Sans Bold"/>
                <a:cs typeface="DM Sans Bold"/>
                <a:sym typeface="DM Sans Bold"/>
              </a:rPr>
              <a:t>atients confused by inconsistent or missing information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343329" y="377346"/>
            <a:ext cx="989992" cy="983102"/>
          </a:xfrm>
          <a:custGeom>
            <a:avLst/>
            <a:gdLst/>
            <a:ahLst/>
            <a:cxnLst/>
            <a:rect r="r" b="b" t="t" l="l"/>
            <a:pathLst>
              <a:path h="983102" w="989992">
                <a:moveTo>
                  <a:pt x="0" y="0"/>
                </a:moveTo>
                <a:lnTo>
                  <a:pt x="989992" y="0"/>
                </a:lnTo>
                <a:lnTo>
                  <a:pt x="989992" y="983102"/>
                </a:lnTo>
                <a:lnTo>
                  <a:pt x="0" y="9831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5861" t="-77093" r="-73773" b="-7429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33321" y="699003"/>
            <a:ext cx="3199277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3499" spc="3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SYNCURE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329555"/>
            <a:ext cx="8990974" cy="2244275"/>
            <a:chOff x="0" y="0"/>
            <a:chExt cx="2186727" cy="5458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6727" cy="545838"/>
            </a:xfrm>
            <a:custGeom>
              <a:avLst/>
              <a:gdLst/>
              <a:ahLst/>
              <a:cxnLst/>
              <a:rect r="r" b="b" t="t" l="l"/>
              <a:pathLst>
                <a:path h="545838" w="2186727">
                  <a:moveTo>
                    <a:pt x="0" y="0"/>
                  </a:moveTo>
                  <a:lnTo>
                    <a:pt x="2186727" y="0"/>
                  </a:lnTo>
                  <a:lnTo>
                    <a:pt x="2186727" y="545838"/>
                  </a:lnTo>
                  <a:lnTo>
                    <a:pt x="0" y="5458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86727" cy="583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4171790"/>
            <a:ext cx="8990974" cy="2244275"/>
            <a:chOff x="0" y="0"/>
            <a:chExt cx="2186727" cy="5458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6727" cy="545838"/>
            </a:xfrm>
            <a:custGeom>
              <a:avLst/>
              <a:gdLst/>
              <a:ahLst/>
              <a:cxnLst/>
              <a:rect r="r" b="b" t="t" l="l"/>
              <a:pathLst>
                <a:path h="545838" w="2186727">
                  <a:moveTo>
                    <a:pt x="0" y="0"/>
                  </a:moveTo>
                  <a:lnTo>
                    <a:pt x="2186727" y="0"/>
                  </a:lnTo>
                  <a:lnTo>
                    <a:pt x="2186727" y="545838"/>
                  </a:lnTo>
                  <a:lnTo>
                    <a:pt x="0" y="5458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86727" cy="583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35353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70706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0" y="7014025"/>
            <a:ext cx="8990974" cy="2244275"/>
            <a:chOff x="0" y="0"/>
            <a:chExt cx="2186727" cy="5458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6727" cy="545838"/>
            </a:xfrm>
            <a:custGeom>
              <a:avLst/>
              <a:gdLst/>
              <a:ahLst/>
              <a:cxnLst/>
              <a:rect r="r" b="b" t="t" l="l"/>
              <a:pathLst>
                <a:path h="545838" w="2186727">
                  <a:moveTo>
                    <a:pt x="0" y="0"/>
                  </a:moveTo>
                  <a:lnTo>
                    <a:pt x="2186727" y="0"/>
                  </a:lnTo>
                  <a:lnTo>
                    <a:pt x="2186727" y="545838"/>
                  </a:lnTo>
                  <a:lnTo>
                    <a:pt x="0" y="5458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86727" cy="583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34447" y="1329270"/>
            <a:ext cx="2342742" cy="1769711"/>
            <a:chOff x="0" y="0"/>
            <a:chExt cx="569787" cy="4304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9787" cy="430418"/>
            </a:xfrm>
            <a:custGeom>
              <a:avLst/>
              <a:gdLst/>
              <a:ahLst/>
              <a:cxnLst/>
              <a:rect r="r" b="b" t="t" l="l"/>
              <a:pathLst>
                <a:path h="430418" w="569787">
                  <a:moveTo>
                    <a:pt x="0" y="0"/>
                  </a:moveTo>
                  <a:lnTo>
                    <a:pt x="569787" y="0"/>
                  </a:lnTo>
                  <a:lnTo>
                    <a:pt x="569787" y="430418"/>
                  </a:lnTo>
                  <a:lnTo>
                    <a:pt x="0" y="430418"/>
                  </a:lnTo>
                  <a:close/>
                </a:path>
              </a:pathLst>
            </a:custGeom>
            <a:gradFill rotWithShape="true">
              <a:gsLst>
                <a:gs pos="0">
                  <a:srgbClr val="4874B0">
                    <a:alpha val="100000"/>
                  </a:srgbClr>
                </a:gs>
                <a:gs pos="100000">
                  <a:srgbClr val="05337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9787" cy="468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34447" y="4171647"/>
            <a:ext cx="2342742" cy="1769711"/>
            <a:chOff x="0" y="0"/>
            <a:chExt cx="569787" cy="4304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9787" cy="430418"/>
            </a:xfrm>
            <a:custGeom>
              <a:avLst/>
              <a:gdLst/>
              <a:ahLst/>
              <a:cxnLst/>
              <a:rect r="r" b="b" t="t" l="l"/>
              <a:pathLst>
                <a:path h="430418" w="569787">
                  <a:moveTo>
                    <a:pt x="0" y="0"/>
                  </a:moveTo>
                  <a:lnTo>
                    <a:pt x="569787" y="0"/>
                  </a:lnTo>
                  <a:lnTo>
                    <a:pt x="569787" y="430418"/>
                  </a:lnTo>
                  <a:lnTo>
                    <a:pt x="0" y="430418"/>
                  </a:lnTo>
                  <a:close/>
                </a:path>
              </a:pathLst>
            </a:custGeom>
            <a:gradFill rotWithShape="true">
              <a:gsLst>
                <a:gs pos="0">
                  <a:srgbClr val="4874B0">
                    <a:alpha val="100000"/>
                  </a:srgbClr>
                </a:gs>
                <a:gs pos="100000">
                  <a:srgbClr val="05337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69787" cy="468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4447" y="7014025"/>
            <a:ext cx="2342742" cy="1769711"/>
            <a:chOff x="0" y="0"/>
            <a:chExt cx="569787" cy="4304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9787" cy="430418"/>
            </a:xfrm>
            <a:custGeom>
              <a:avLst/>
              <a:gdLst/>
              <a:ahLst/>
              <a:cxnLst/>
              <a:rect r="r" b="b" t="t" l="l"/>
              <a:pathLst>
                <a:path h="430418" w="569787">
                  <a:moveTo>
                    <a:pt x="0" y="0"/>
                  </a:moveTo>
                  <a:lnTo>
                    <a:pt x="569787" y="0"/>
                  </a:lnTo>
                  <a:lnTo>
                    <a:pt x="569787" y="430418"/>
                  </a:lnTo>
                  <a:lnTo>
                    <a:pt x="0" y="430418"/>
                  </a:lnTo>
                  <a:close/>
                </a:path>
              </a:pathLst>
            </a:custGeom>
            <a:gradFill rotWithShape="true">
              <a:gsLst>
                <a:gs pos="0">
                  <a:srgbClr val="4874B0">
                    <a:alpha val="100000"/>
                  </a:srgbClr>
                </a:gs>
                <a:gs pos="100000">
                  <a:srgbClr val="05337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69787" cy="468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684967" y="1539535"/>
            <a:ext cx="1641701" cy="1349180"/>
          </a:xfrm>
          <a:custGeom>
            <a:avLst/>
            <a:gdLst/>
            <a:ahLst/>
            <a:cxnLst/>
            <a:rect r="r" b="b" t="t" l="l"/>
            <a:pathLst>
              <a:path h="1349180" w="1641701">
                <a:moveTo>
                  <a:pt x="0" y="0"/>
                </a:moveTo>
                <a:lnTo>
                  <a:pt x="1641701" y="0"/>
                </a:lnTo>
                <a:lnTo>
                  <a:pt x="1641701" y="1349180"/>
                </a:lnTo>
                <a:lnTo>
                  <a:pt x="0" y="13491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84967" y="4274935"/>
            <a:ext cx="1520792" cy="1512496"/>
          </a:xfrm>
          <a:custGeom>
            <a:avLst/>
            <a:gdLst/>
            <a:ahLst/>
            <a:cxnLst/>
            <a:rect r="r" b="b" t="t" l="l"/>
            <a:pathLst>
              <a:path h="1512496" w="1520792">
                <a:moveTo>
                  <a:pt x="0" y="0"/>
                </a:moveTo>
                <a:lnTo>
                  <a:pt x="1520792" y="0"/>
                </a:lnTo>
                <a:lnTo>
                  <a:pt x="1520792" y="1512497"/>
                </a:lnTo>
                <a:lnTo>
                  <a:pt x="0" y="15124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17081" y="7136931"/>
            <a:ext cx="1488678" cy="1475144"/>
          </a:xfrm>
          <a:custGeom>
            <a:avLst/>
            <a:gdLst/>
            <a:ahLst/>
            <a:cxnLst/>
            <a:rect r="r" b="b" t="t" l="l"/>
            <a:pathLst>
              <a:path h="1475144" w="1488678">
                <a:moveTo>
                  <a:pt x="0" y="0"/>
                </a:moveTo>
                <a:lnTo>
                  <a:pt x="1488678" y="0"/>
                </a:lnTo>
                <a:lnTo>
                  <a:pt x="1488678" y="1475144"/>
                </a:lnTo>
                <a:lnTo>
                  <a:pt x="0" y="14751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002496" y="1329555"/>
            <a:ext cx="5854300" cy="5236938"/>
          </a:xfrm>
          <a:custGeom>
            <a:avLst/>
            <a:gdLst/>
            <a:ahLst/>
            <a:cxnLst/>
            <a:rect r="r" b="b" t="t" l="l"/>
            <a:pathLst>
              <a:path h="5236938" w="5854300">
                <a:moveTo>
                  <a:pt x="0" y="0"/>
                </a:moveTo>
                <a:lnTo>
                  <a:pt x="5854301" y="0"/>
                </a:lnTo>
                <a:lnTo>
                  <a:pt x="5854301" y="5236938"/>
                </a:lnTo>
                <a:lnTo>
                  <a:pt x="0" y="52369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043754" y="1472860"/>
            <a:ext cx="4953302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194A8D"/>
                </a:solidFill>
                <a:latin typeface="DM Sans"/>
                <a:ea typeface="DM Sans"/>
                <a:cs typeface="DM Sans"/>
                <a:sym typeface="DM Sans"/>
              </a:rPr>
              <a:t>Outdated Doctor Schedules, services and contact info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043754" y="4314935"/>
            <a:ext cx="4953302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194A8D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3200">
                <a:solidFill>
                  <a:srgbClr val="194A8D"/>
                </a:solidFill>
                <a:latin typeface="DM Sans"/>
                <a:ea typeface="DM Sans"/>
                <a:cs typeface="DM Sans"/>
                <a:sym typeface="DM Sans"/>
              </a:rPr>
              <a:t>ost clinics lack technical personnel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43754" y="7157010"/>
            <a:ext cx="4953302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194A8D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3200">
                <a:solidFill>
                  <a:srgbClr val="194A8D"/>
                </a:solidFill>
                <a:latin typeface="DM Sans"/>
                <a:ea typeface="DM Sans"/>
                <a:cs typeface="DM Sans"/>
                <a:sym typeface="DM Sans"/>
              </a:rPr>
              <a:t>atients confused by inconsistent or missing information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50265" y="7027142"/>
            <a:ext cx="7758764" cy="2231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55"/>
              </a:lnSpc>
            </a:pPr>
            <a:r>
              <a:rPr lang="en-US" sz="8165" spc="81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343329" y="377346"/>
            <a:ext cx="989992" cy="983102"/>
          </a:xfrm>
          <a:custGeom>
            <a:avLst/>
            <a:gdLst/>
            <a:ahLst/>
            <a:cxnLst/>
            <a:rect r="r" b="b" t="t" l="l"/>
            <a:pathLst>
              <a:path h="983102" w="989992">
                <a:moveTo>
                  <a:pt x="0" y="0"/>
                </a:moveTo>
                <a:lnTo>
                  <a:pt x="989992" y="0"/>
                </a:lnTo>
                <a:lnTo>
                  <a:pt x="989992" y="983102"/>
                </a:lnTo>
                <a:lnTo>
                  <a:pt x="0" y="9831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75861" t="-77093" r="-73773" b="-7429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333321" y="699003"/>
            <a:ext cx="3199277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3499" spc="3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SYNCURE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5177010" y="-1253949"/>
            <a:ext cx="2720897" cy="5228794"/>
          </a:xfrm>
          <a:custGeom>
            <a:avLst/>
            <a:gdLst/>
            <a:ahLst/>
            <a:cxnLst/>
            <a:rect r="r" b="b" t="t" l="l"/>
            <a:pathLst>
              <a:path h="5228794" w="2720897">
                <a:moveTo>
                  <a:pt x="0" y="5228795"/>
                </a:moveTo>
                <a:lnTo>
                  <a:pt x="2720897" y="5228795"/>
                </a:lnTo>
                <a:lnTo>
                  <a:pt x="2720897" y="0"/>
                </a:lnTo>
                <a:lnTo>
                  <a:pt x="0" y="0"/>
                </a:lnTo>
                <a:lnTo>
                  <a:pt x="0" y="5228795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35353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70706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4532598" y="3341176"/>
            <a:ext cx="9222804" cy="7163343"/>
            <a:chOff x="0" y="0"/>
            <a:chExt cx="13081000" cy="1016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80060" y="1689100"/>
              <a:ext cx="12105640" cy="5897880"/>
            </a:xfrm>
            <a:custGeom>
              <a:avLst/>
              <a:gdLst/>
              <a:ahLst/>
              <a:cxnLst/>
              <a:rect r="r" b="b" t="t" l="l"/>
              <a:pathLst>
                <a:path h="5897880" w="12105640">
                  <a:moveTo>
                    <a:pt x="0" y="0"/>
                  </a:moveTo>
                  <a:lnTo>
                    <a:pt x="12105640" y="0"/>
                  </a:lnTo>
                  <a:lnTo>
                    <a:pt x="12105640" y="5897880"/>
                  </a:lnTo>
                  <a:lnTo>
                    <a:pt x="0" y="5897880"/>
                  </a:lnTo>
                  <a:close/>
                </a:path>
              </a:pathLst>
            </a:custGeom>
            <a:blipFill>
              <a:blip r:embed="rId5"/>
              <a:stretch>
                <a:fillRect l="-1015" t="0" r="-1015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081000" cy="10160000"/>
            </a:xfrm>
            <a:custGeom>
              <a:avLst/>
              <a:gdLst/>
              <a:ahLst/>
              <a:cxnLst/>
              <a:rect r="r" b="b" t="t" l="l"/>
              <a:pathLst>
                <a:path h="10160000" w="13081000">
                  <a:moveTo>
                    <a:pt x="0" y="0"/>
                  </a:moveTo>
                  <a:lnTo>
                    <a:pt x="13081000" y="0"/>
                  </a:lnTo>
                  <a:lnTo>
                    <a:pt x="13081000" y="10160000"/>
                  </a:lnTo>
                  <a:lnTo>
                    <a:pt x="0" y="10160000"/>
                  </a:lnTo>
                  <a:close/>
                </a:path>
              </a:pathLst>
            </a:custGeom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43329" y="377346"/>
            <a:ext cx="989992" cy="983102"/>
          </a:xfrm>
          <a:custGeom>
            <a:avLst/>
            <a:gdLst/>
            <a:ahLst/>
            <a:cxnLst/>
            <a:rect r="r" b="b" t="t" l="l"/>
            <a:pathLst>
              <a:path h="983102" w="989992">
                <a:moveTo>
                  <a:pt x="0" y="0"/>
                </a:moveTo>
                <a:lnTo>
                  <a:pt x="989992" y="0"/>
                </a:lnTo>
                <a:lnTo>
                  <a:pt x="989992" y="983102"/>
                </a:lnTo>
                <a:lnTo>
                  <a:pt x="0" y="9831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5861" t="-77093" r="-73773" b="-7429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33321" y="699003"/>
            <a:ext cx="3199277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3499" spc="3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SYNCURE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0541" y="1987873"/>
            <a:ext cx="14786917" cy="113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5"/>
              </a:lnSpc>
            </a:pPr>
            <a:r>
              <a:rPr lang="en-US" sz="8165" spc="81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4688679" y="-1092063"/>
            <a:ext cx="2369628" cy="4553754"/>
          </a:xfrm>
          <a:custGeom>
            <a:avLst/>
            <a:gdLst/>
            <a:ahLst/>
            <a:cxnLst/>
            <a:rect r="r" b="b" t="t" l="l"/>
            <a:pathLst>
              <a:path h="4553754" w="2369628">
                <a:moveTo>
                  <a:pt x="0" y="4553754"/>
                </a:moveTo>
                <a:lnTo>
                  <a:pt x="2369628" y="4553754"/>
                </a:lnTo>
                <a:lnTo>
                  <a:pt x="2369628" y="0"/>
                </a:lnTo>
                <a:lnTo>
                  <a:pt x="0" y="0"/>
                </a:lnTo>
                <a:lnTo>
                  <a:pt x="0" y="4553754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24267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79508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337922" y="624349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53216" y="3341176"/>
            <a:ext cx="9222804" cy="7163343"/>
            <a:chOff x="0" y="0"/>
            <a:chExt cx="13081000" cy="1016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80060" y="1689100"/>
              <a:ext cx="12105640" cy="5897880"/>
            </a:xfrm>
            <a:custGeom>
              <a:avLst/>
              <a:gdLst/>
              <a:ahLst/>
              <a:cxnLst/>
              <a:rect r="r" b="b" t="t" l="l"/>
              <a:pathLst>
                <a:path h="5897880" w="12105640">
                  <a:moveTo>
                    <a:pt x="0" y="0"/>
                  </a:moveTo>
                  <a:lnTo>
                    <a:pt x="12105640" y="0"/>
                  </a:lnTo>
                  <a:lnTo>
                    <a:pt x="12105640" y="5897880"/>
                  </a:lnTo>
                  <a:lnTo>
                    <a:pt x="0" y="5897880"/>
                  </a:lnTo>
                  <a:close/>
                </a:path>
              </a:pathLst>
            </a:custGeom>
            <a:blipFill>
              <a:blip r:embed="rId5"/>
              <a:stretch>
                <a:fillRect l="-1015" t="0" r="-1015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081000" cy="10160000"/>
            </a:xfrm>
            <a:custGeom>
              <a:avLst/>
              <a:gdLst/>
              <a:ahLst/>
              <a:cxnLst/>
              <a:rect r="r" b="b" t="t" l="l"/>
              <a:pathLst>
                <a:path h="10160000" w="13081000">
                  <a:moveTo>
                    <a:pt x="0" y="0"/>
                  </a:moveTo>
                  <a:lnTo>
                    <a:pt x="13081000" y="0"/>
                  </a:lnTo>
                  <a:lnTo>
                    <a:pt x="13081000" y="10160000"/>
                  </a:lnTo>
                  <a:lnTo>
                    <a:pt x="0" y="10160000"/>
                  </a:lnTo>
                  <a:close/>
                </a:path>
              </a:pathLst>
            </a:custGeom>
          </p:spPr>
        </p:sp>
      </p:grpSp>
      <p:sp>
        <p:nvSpPr>
          <p:cNvPr name="TextBox 9" id="9"/>
          <p:cNvSpPr txBox="true"/>
          <p:nvPr/>
        </p:nvSpPr>
        <p:spPr>
          <a:xfrm rot="0">
            <a:off x="10152827" y="2404185"/>
            <a:ext cx="7997543" cy="1778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33"/>
              </a:lnSpc>
              <a:spcBef>
                <a:spcPct val="0"/>
              </a:spcBef>
            </a:pPr>
            <a:r>
              <a:rPr lang="en-US" b="true" sz="516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 healthcare website that maintains itself.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73747" y="5121335"/>
            <a:ext cx="6845736" cy="2181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87"/>
              </a:lnSpc>
            </a:pPr>
            <a:r>
              <a:rPr lang="en-US" sz="41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 technicians.</a:t>
            </a:r>
          </a:p>
          <a:p>
            <a:pPr algn="l">
              <a:lnSpc>
                <a:spcPts val="5787"/>
              </a:lnSpc>
            </a:pPr>
            <a:r>
              <a:rPr lang="en-US" sz="41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 manual edits.</a:t>
            </a:r>
          </a:p>
          <a:p>
            <a:pPr algn="l">
              <a:lnSpc>
                <a:spcPts val="5787"/>
              </a:lnSpc>
              <a:spcBef>
                <a:spcPct val="0"/>
              </a:spcBef>
            </a:pPr>
            <a:r>
              <a:rPr lang="en-US" sz="41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 outdated information.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43329" y="377346"/>
            <a:ext cx="989992" cy="983102"/>
          </a:xfrm>
          <a:custGeom>
            <a:avLst/>
            <a:gdLst/>
            <a:ahLst/>
            <a:cxnLst/>
            <a:rect r="r" b="b" t="t" l="l"/>
            <a:pathLst>
              <a:path h="983102" w="989992">
                <a:moveTo>
                  <a:pt x="0" y="0"/>
                </a:moveTo>
                <a:lnTo>
                  <a:pt x="989992" y="0"/>
                </a:lnTo>
                <a:lnTo>
                  <a:pt x="989992" y="983102"/>
                </a:lnTo>
                <a:lnTo>
                  <a:pt x="0" y="9831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5861" t="-77093" r="-73773" b="-7429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33321" y="699003"/>
            <a:ext cx="3199277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3499" spc="3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SYNCURE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079702" y="1672217"/>
            <a:ext cx="6128597" cy="6128597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16537459" y="-1299795"/>
            <a:ext cx="2891099" cy="5555874"/>
          </a:xfrm>
          <a:custGeom>
            <a:avLst/>
            <a:gdLst/>
            <a:ahLst/>
            <a:cxnLst/>
            <a:rect r="r" b="b" t="t" l="l"/>
            <a:pathLst>
              <a:path h="5555874" w="2891099">
                <a:moveTo>
                  <a:pt x="0" y="0"/>
                </a:moveTo>
                <a:lnTo>
                  <a:pt x="2891098" y="0"/>
                </a:lnTo>
                <a:lnTo>
                  <a:pt x="2891098" y="5555873"/>
                </a:lnTo>
                <a:lnTo>
                  <a:pt x="0" y="5555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140557" y="-819359"/>
            <a:ext cx="2891099" cy="5555874"/>
          </a:xfrm>
          <a:custGeom>
            <a:avLst/>
            <a:gdLst/>
            <a:ahLst/>
            <a:cxnLst/>
            <a:rect r="r" b="b" t="t" l="l"/>
            <a:pathLst>
              <a:path h="5555874" w="2891099">
                <a:moveTo>
                  <a:pt x="2891098" y="0"/>
                </a:moveTo>
                <a:lnTo>
                  <a:pt x="0" y="0"/>
                </a:lnTo>
                <a:lnTo>
                  <a:pt x="0" y="5555874"/>
                </a:lnTo>
                <a:lnTo>
                  <a:pt x="2891098" y="5555874"/>
                </a:lnTo>
                <a:lnTo>
                  <a:pt x="289109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70936" y="3670919"/>
            <a:ext cx="2146128" cy="2131192"/>
          </a:xfrm>
          <a:custGeom>
            <a:avLst/>
            <a:gdLst/>
            <a:ahLst/>
            <a:cxnLst/>
            <a:rect r="r" b="b" t="t" l="l"/>
            <a:pathLst>
              <a:path h="2131192" w="2146128">
                <a:moveTo>
                  <a:pt x="0" y="0"/>
                </a:moveTo>
                <a:lnTo>
                  <a:pt x="2146128" y="0"/>
                </a:lnTo>
                <a:lnTo>
                  <a:pt x="2146128" y="2131192"/>
                </a:lnTo>
                <a:lnTo>
                  <a:pt x="0" y="21311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861" t="-77093" r="-73773" b="-7429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70481" y="8914794"/>
            <a:ext cx="14786917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6999" spc="6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REPETITIVE QUESTIONS?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09816" y="1891903"/>
            <a:ext cx="4591805" cy="130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b="true" sz="377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“Is Dr Kang in tomorrow?”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50541" y="5857039"/>
            <a:ext cx="4591805" cy="130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b="true" sz="377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“What time do you close tomorrow?”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97582" y="5857039"/>
            <a:ext cx="4950637" cy="130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b="true" sz="377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“I’m injured. Where is the nearest clinic?”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97582" y="1891903"/>
            <a:ext cx="4591805" cy="130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b="true" sz="377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“How to deal with red itchy skin?”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43329" y="377346"/>
            <a:ext cx="989992" cy="983102"/>
          </a:xfrm>
          <a:custGeom>
            <a:avLst/>
            <a:gdLst/>
            <a:ahLst/>
            <a:cxnLst/>
            <a:rect r="r" b="b" t="t" l="l"/>
            <a:pathLst>
              <a:path h="983102" w="989992">
                <a:moveTo>
                  <a:pt x="0" y="0"/>
                </a:moveTo>
                <a:lnTo>
                  <a:pt x="989992" y="0"/>
                </a:lnTo>
                <a:lnTo>
                  <a:pt x="989992" y="983102"/>
                </a:lnTo>
                <a:lnTo>
                  <a:pt x="0" y="9831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861" t="-77093" r="-73773" b="-7429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33321" y="699003"/>
            <a:ext cx="3199277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3499" spc="3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SYNCURE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6079702" y="1672217"/>
            <a:ext cx="6128597" cy="6128597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16537459" y="-1299795"/>
            <a:ext cx="2891099" cy="5555874"/>
          </a:xfrm>
          <a:custGeom>
            <a:avLst/>
            <a:gdLst/>
            <a:ahLst/>
            <a:cxnLst/>
            <a:rect r="r" b="b" t="t" l="l"/>
            <a:pathLst>
              <a:path h="5555874" w="2891099">
                <a:moveTo>
                  <a:pt x="0" y="0"/>
                </a:moveTo>
                <a:lnTo>
                  <a:pt x="2891098" y="0"/>
                </a:lnTo>
                <a:lnTo>
                  <a:pt x="2891098" y="5555873"/>
                </a:lnTo>
                <a:lnTo>
                  <a:pt x="0" y="5555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140557" y="-819359"/>
            <a:ext cx="2891099" cy="5555874"/>
          </a:xfrm>
          <a:custGeom>
            <a:avLst/>
            <a:gdLst/>
            <a:ahLst/>
            <a:cxnLst/>
            <a:rect r="r" b="b" t="t" l="l"/>
            <a:pathLst>
              <a:path h="5555874" w="2891099">
                <a:moveTo>
                  <a:pt x="2891098" y="0"/>
                </a:moveTo>
                <a:lnTo>
                  <a:pt x="0" y="0"/>
                </a:lnTo>
                <a:lnTo>
                  <a:pt x="0" y="5555874"/>
                </a:lnTo>
                <a:lnTo>
                  <a:pt x="2891098" y="5555874"/>
                </a:lnTo>
                <a:lnTo>
                  <a:pt x="289109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70936" y="3670919"/>
            <a:ext cx="2146128" cy="2131192"/>
          </a:xfrm>
          <a:custGeom>
            <a:avLst/>
            <a:gdLst/>
            <a:ahLst/>
            <a:cxnLst/>
            <a:rect r="r" b="b" t="t" l="l"/>
            <a:pathLst>
              <a:path h="2131192" w="2146128">
                <a:moveTo>
                  <a:pt x="0" y="0"/>
                </a:moveTo>
                <a:lnTo>
                  <a:pt x="2146128" y="0"/>
                </a:lnTo>
                <a:lnTo>
                  <a:pt x="2146128" y="2131192"/>
                </a:lnTo>
                <a:lnTo>
                  <a:pt x="0" y="21311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861" t="-77093" r="-73773" b="-7429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70481" y="8914794"/>
            <a:ext cx="14786917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6999" spc="6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HANDLES PATIENT’S FAQ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09816" y="1891903"/>
            <a:ext cx="4591805" cy="130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b="true" sz="377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“He has a slot at 8:00 pm”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50541" y="5857039"/>
            <a:ext cx="4591805" cy="130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b="true" sz="377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“We are always open 24 hours.”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97582" y="5857039"/>
            <a:ext cx="4950637" cy="1971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b="true" sz="377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“The closest clinic near you is UM clinic.”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97582" y="1891903"/>
            <a:ext cx="4591805" cy="130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b="true" sz="377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“You can try to apply honey.”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43329" y="377346"/>
            <a:ext cx="989992" cy="983102"/>
          </a:xfrm>
          <a:custGeom>
            <a:avLst/>
            <a:gdLst/>
            <a:ahLst/>
            <a:cxnLst/>
            <a:rect r="r" b="b" t="t" l="l"/>
            <a:pathLst>
              <a:path h="983102" w="989992">
                <a:moveTo>
                  <a:pt x="0" y="0"/>
                </a:moveTo>
                <a:lnTo>
                  <a:pt x="989992" y="0"/>
                </a:lnTo>
                <a:lnTo>
                  <a:pt x="989992" y="983102"/>
                </a:lnTo>
                <a:lnTo>
                  <a:pt x="0" y="9831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861" t="-77093" r="-73773" b="-7429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33321" y="699003"/>
            <a:ext cx="3199277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3499" spc="3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SYNCURE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49770" y="1028700"/>
            <a:ext cx="8709530" cy="2438839"/>
            <a:chOff x="0" y="0"/>
            <a:chExt cx="2644579" cy="7405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44579" cy="740534"/>
            </a:xfrm>
            <a:custGeom>
              <a:avLst/>
              <a:gdLst/>
              <a:ahLst/>
              <a:cxnLst/>
              <a:rect r="r" b="b" t="t" l="l"/>
              <a:pathLst>
                <a:path h="740534" w="2644579">
                  <a:moveTo>
                    <a:pt x="67557" y="0"/>
                  </a:moveTo>
                  <a:lnTo>
                    <a:pt x="2577023" y="0"/>
                  </a:lnTo>
                  <a:cubicBezTo>
                    <a:pt x="2614333" y="0"/>
                    <a:pt x="2644579" y="30246"/>
                    <a:pt x="2644579" y="67557"/>
                  </a:cubicBezTo>
                  <a:lnTo>
                    <a:pt x="2644579" y="672977"/>
                  </a:lnTo>
                  <a:cubicBezTo>
                    <a:pt x="2644579" y="690895"/>
                    <a:pt x="2637462" y="708078"/>
                    <a:pt x="2624792" y="720747"/>
                  </a:cubicBezTo>
                  <a:cubicBezTo>
                    <a:pt x="2612123" y="733416"/>
                    <a:pt x="2594940" y="740534"/>
                    <a:pt x="2577023" y="740534"/>
                  </a:cubicBezTo>
                  <a:lnTo>
                    <a:pt x="67557" y="740534"/>
                  </a:lnTo>
                  <a:cubicBezTo>
                    <a:pt x="49639" y="740534"/>
                    <a:pt x="32456" y="733416"/>
                    <a:pt x="19787" y="720747"/>
                  </a:cubicBezTo>
                  <a:cubicBezTo>
                    <a:pt x="7118" y="708078"/>
                    <a:pt x="0" y="690895"/>
                    <a:pt x="0" y="672977"/>
                  </a:cubicBezTo>
                  <a:lnTo>
                    <a:pt x="0" y="67557"/>
                  </a:lnTo>
                  <a:cubicBezTo>
                    <a:pt x="0" y="49639"/>
                    <a:pt x="7118" y="32456"/>
                    <a:pt x="19787" y="19787"/>
                  </a:cubicBezTo>
                  <a:cubicBezTo>
                    <a:pt x="32456" y="7118"/>
                    <a:pt x="49639" y="0"/>
                    <a:pt x="67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44579" cy="77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258635" y="4364976"/>
            <a:ext cx="9230699" cy="2231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5"/>
              </a:lnSpc>
            </a:pPr>
            <a:r>
              <a:rPr lang="en-US" sz="8165" spc="81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CHAT ASSISTANT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49770" y="4112980"/>
            <a:ext cx="8709530" cy="2438839"/>
            <a:chOff x="0" y="0"/>
            <a:chExt cx="2644579" cy="7405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44579" cy="740534"/>
            </a:xfrm>
            <a:custGeom>
              <a:avLst/>
              <a:gdLst/>
              <a:ahLst/>
              <a:cxnLst/>
              <a:rect r="r" b="b" t="t" l="l"/>
              <a:pathLst>
                <a:path h="740534" w="2644579">
                  <a:moveTo>
                    <a:pt x="67557" y="0"/>
                  </a:moveTo>
                  <a:lnTo>
                    <a:pt x="2577023" y="0"/>
                  </a:lnTo>
                  <a:cubicBezTo>
                    <a:pt x="2614333" y="0"/>
                    <a:pt x="2644579" y="30246"/>
                    <a:pt x="2644579" y="67557"/>
                  </a:cubicBezTo>
                  <a:lnTo>
                    <a:pt x="2644579" y="672977"/>
                  </a:lnTo>
                  <a:cubicBezTo>
                    <a:pt x="2644579" y="690895"/>
                    <a:pt x="2637462" y="708078"/>
                    <a:pt x="2624792" y="720747"/>
                  </a:cubicBezTo>
                  <a:cubicBezTo>
                    <a:pt x="2612123" y="733416"/>
                    <a:pt x="2594940" y="740534"/>
                    <a:pt x="2577023" y="740534"/>
                  </a:cubicBezTo>
                  <a:lnTo>
                    <a:pt x="67557" y="740534"/>
                  </a:lnTo>
                  <a:cubicBezTo>
                    <a:pt x="49639" y="740534"/>
                    <a:pt x="32456" y="733416"/>
                    <a:pt x="19787" y="720747"/>
                  </a:cubicBezTo>
                  <a:cubicBezTo>
                    <a:pt x="7118" y="708078"/>
                    <a:pt x="0" y="690895"/>
                    <a:pt x="0" y="672977"/>
                  </a:cubicBezTo>
                  <a:lnTo>
                    <a:pt x="0" y="67557"/>
                  </a:lnTo>
                  <a:cubicBezTo>
                    <a:pt x="0" y="49639"/>
                    <a:pt x="7118" y="32456"/>
                    <a:pt x="19787" y="19787"/>
                  </a:cubicBezTo>
                  <a:cubicBezTo>
                    <a:pt x="32456" y="7118"/>
                    <a:pt x="49639" y="0"/>
                    <a:pt x="67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644579" cy="77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49770" y="7197260"/>
            <a:ext cx="8709530" cy="2438839"/>
            <a:chOff x="0" y="0"/>
            <a:chExt cx="2644579" cy="7405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44579" cy="740534"/>
            </a:xfrm>
            <a:custGeom>
              <a:avLst/>
              <a:gdLst/>
              <a:ahLst/>
              <a:cxnLst/>
              <a:rect r="r" b="b" t="t" l="l"/>
              <a:pathLst>
                <a:path h="740534" w="2644579">
                  <a:moveTo>
                    <a:pt x="67557" y="0"/>
                  </a:moveTo>
                  <a:lnTo>
                    <a:pt x="2577023" y="0"/>
                  </a:lnTo>
                  <a:cubicBezTo>
                    <a:pt x="2614333" y="0"/>
                    <a:pt x="2644579" y="30246"/>
                    <a:pt x="2644579" y="67557"/>
                  </a:cubicBezTo>
                  <a:lnTo>
                    <a:pt x="2644579" y="672977"/>
                  </a:lnTo>
                  <a:cubicBezTo>
                    <a:pt x="2644579" y="690895"/>
                    <a:pt x="2637462" y="708078"/>
                    <a:pt x="2624792" y="720747"/>
                  </a:cubicBezTo>
                  <a:cubicBezTo>
                    <a:pt x="2612123" y="733416"/>
                    <a:pt x="2594940" y="740534"/>
                    <a:pt x="2577023" y="740534"/>
                  </a:cubicBezTo>
                  <a:lnTo>
                    <a:pt x="67557" y="740534"/>
                  </a:lnTo>
                  <a:cubicBezTo>
                    <a:pt x="49639" y="740534"/>
                    <a:pt x="32456" y="733416"/>
                    <a:pt x="19787" y="720747"/>
                  </a:cubicBezTo>
                  <a:cubicBezTo>
                    <a:pt x="7118" y="708078"/>
                    <a:pt x="0" y="690895"/>
                    <a:pt x="0" y="672977"/>
                  </a:cubicBezTo>
                  <a:lnTo>
                    <a:pt x="0" y="67557"/>
                  </a:lnTo>
                  <a:cubicBezTo>
                    <a:pt x="0" y="49639"/>
                    <a:pt x="7118" y="32456"/>
                    <a:pt x="19787" y="19787"/>
                  </a:cubicBezTo>
                  <a:cubicBezTo>
                    <a:pt x="32456" y="7118"/>
                    <a:pt x="49639" y="0"/>
                    <a:pt x="67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44579" cy="77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78025" y="516170"/>
            <a:ext cx="1731950" cy="173195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4A8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78025" y="3600450"/>
            <a:ext cx="1731950" cy="17319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4A8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78025" y="6684730"/>
            <a:ext cx="1731950" cy="173195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4A8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true" flipV="false" rot="0">
            <a:off x="499560" y="1482264"/>
            <a:ext cx="2891099" cy="5555874"/>
          </a:xfrm>
          <a:custGeom>
            <a:avLst/>
            <a:gdLst/>
            <a:ahLst/>
            <a:cxnLst/>
            <a:rect r="r" b="b" t="t" l="l"/>
            <a:pathLst>
              <a:path h="5555874" w="2891099">
                <a:moveTo>
                  <a:pt x="2891099" y="0"/>
                </a:moveTo>
                <a:lnTo>
                  <a:pt x="0" y="0"/>
                </a:lnTo>
                <a:lnTo>
                  <a:pt x="0" y="5555873"/>
                </a:lnTo>
                <a:lnTo>
                  <a:pt x="2891099" y="5555873"/>
                </a:lnTo>
                <a:lnTo>
                  <a:pt x="289109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43329" y="377346"/>
            <a:ext cx="989992" cy="983102"/>
          </a:xfrm>
          <a:custGeom>
            <a:avLst/>
            <a:gdLst/>
            <a:ahLst/>
            <a:cxnLst/>
            <a:rect r="r" b="b" t="t" l="l"/>
            <a:pathLst>
              <a:path h="983102" w="989992">
                <a:moveTo>
                  <a:pt x="0" y="0"/>
                </a:moveTo>
                <a:lnTo>
                  <a:pt x="989992" y="0"/>
                </a:lnTo>
                <a:lnTo>
                  <a:pt x="989992" y="983102"/>
                </a:lnTo>
                <a:lnTo>
                  <a:pt x="0" y="983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861" t="-77093" r="-73773" b="-7429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true" rot="0">
            <a:off x="5352809" y="4080225"/>
            <a:ext cx="2891099" cy="5555874"/>
          </a:xfrm>
          <a:custGeom>
            <a:avLst/>
            <a:gdLst/>
            <a:ahLst/>
            <a:cxnLst/>
            <a:rect r="r" b="b" t="t" l="l"/>
            <a:pathLst>
              <a:path h="5555874" w="2891099">
                <a:moveTo>
                  <a:pt x="0" y="5555874"/>
                </a:moveTo>
                <a:lnTo>
                  <a:pt x="2891098" y="5555874"/>
                </a:lnTo>
                <a:lnTo>
                  <a:pt x="2891098" y="0"/>
                </a:lnTo>
                <a:lnTo>
                  <a:pt x="0" y="0"/>
                </a:lnTo>
                <a:lnTo>
                  <a:pt x="0" y="5555874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436623" y="817148"/>
            <a:ext cx="1308414" cy="1129994"/>
          </a:xfrm>
          <a:custGeom>
            <a:avLst/>
            <a:gdLst/>
            <a:ahLst/>
            <a:cxnLst/>
            <a:rect r="r" b="b" t="t" l="l"/>
            <a:pathLst>
              <a:path h="1129994" w="1308414">
                <a:moveTo>
                  <a:pt x="0" y="0"/>
                </a:moveTo>
                <a:lnTo>
                  <a:pt x="1308414" y="0"/>
                </a:lnTo>
                <a:lnTo>
                  <a:pt x="1308414" y="1129994"/>
                </a:lnTo>
                <a:lnTo>
                  <a:pt x="0" y="11299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642172" y="3972141"/>
            <a:ext cx="1102865" cy="988568"/>
          </a:xfrm>
          <a:custGeom>
            <a:avLst/>
            <a:gdLst/>
            <a:ahLst/>
            <a:cxnLst/>
            <a:rect r="r" b="b" t="t" l="l"/>
            <a:pathLst>
              <a:path h="988568" w="1102865">
                <a:moveTo>
                  <a:pt x="0" y="0"/>
                </a:moveTo>
                <a:lnTo>
                  <a:pt x="1102865" y="0"/>
                </a:lnTo>
                <a:lnTo>
                  <a:pt x="1102865" y="988568"/>
                </a:lnTo>
                <a:lnTo>
                  <a:pt x="0" y="988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582195" y="7131627"/>
            <a:ext cx="1287669" cy="838155"/>
          </a:xfrm>
          <a:custGeom>
            <a:avLst/>
            <a:gdLst/>
            <a:ahLst/>
            <a:cxnLst/>
            <a:rect r="r" b="b" t="t" l="l"/>
            <a:pathLst>
              <a:path h="838155" w="1287669">
                <a:moveTo>
                  <a:pt x="0" y="0"/>
                </a:moveTo>
                <a:lnTo>
                  <a:pt x="1287669" y="0"/>
                </a:lnTo>
                <a:lnTo>
                  <a:pt x="1287669" y="838156"/>
                </a:lnTo>
                <a:lnTo>
                  <a:pt x="0" y="8381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208152" y="1279943"/>
            <a:ext cx="6522677" cy="1879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  <a:spcBef>
                <a:spcPct val="0"/>
              </a:spcBef>
            </a:pPr>
            <a:r>
              <a:rPr lang="en-US" b="true" sz="3640">
                <a:solidFill>
                  <a:srgbClr val="194A8D"/>
                </a:solidFill>
                <a:latin typeface="DM Sans Bold"/>
                <a:ea typeface="DM Sans Bold"/>
                <a:cs typeface="DM Sans Bold"/>
                <a:sym typeface="DM Sans Bold"/>
              </a:rPr>
              <a:t>P</a:t>
            </a:r>
            <a:r>
              <a:rPr lang="en-US" b="true" sz="3640">
                <a:solidFill>
                  <a:srgbClr val="194A8D"/>
                </a:solidFill>
                <a:latin typeface="DM Sans Bold"/>
                <a:ea typeface="DM Sans Bold"/>
                <a:cs typeface="DM Sans Bold"/>
                <a:sym typeface="DM Sans Bold"/>
              </a:rPr>
              <a:t>rovides clinic hours, doctor availability, services, and treatment info.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08152" y="4364223"/>
            <a:ext cx="6522677" cy="1879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  <a:spcBef>
                <a:spcPct val="0"/>
              </a:spcBef>
            </a:pPr>
            <a:r>
              <a:rPr lang="en-US" b="true" sz="3640">
                <a:solidFill>
                  <a:srgbClr val="194A8D"/>
                </a:solidFill>
                <a:latin typeface="DM Sans Bold"/>
                <a:ea typeface="DM Sans Bold"/>
                <a:cs typeface="DM Sans Bold"/>
                <a:sym typeface="DM Sans Bold"/>
              </a:rPr>
              <a:t>Und</a:t>
            </a:r>
            <a:r>
              <a:rPr lang="en-US" b="true" sz="3640">
                <a:solidFill>
                  <a:srgbClr val="194A8D"/>
                </a:solidFill>
                <a:latin typeface="DM Sans Bold"/>
                <a:ea typeface="DM Sans Bold"/>
                <a:cs typeface="DM Sans Bold"/>
                <a:sym typeface="DM Sans Bold"/>
              </a:rPr>
              <a:t>erstands symptoms and guides users to relevant services.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08152" y="7767590"/>
            <a:ext cx="6522677" cy="124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  <a:spcBef>
                <a:spcPct val="0"/>
              </a:spcBef>
            </a:pPr>
            <a:r>
              <a:rPr lang="en-US" b="true" sz="3640">
                <a:solidFill>
                  <a:srgbClr val="194A8D"/>
                </a:solidFill>
                <a:latin typeface="DM Sans Bold"/>
                <a:ea typeface="DM Sans Bold"/>
                <a:cs typeface="DM Sans Bold"/>
                <a:sym typeface="DM Sans Bold"/>
              </a:rPr>
              <a:t>Su</a:t>
            </a:r>
            <a:r>
              <a:rPr lang="en-US" b="true" sz="3640">
                <a:solidFill>
                  <a:srgbClr val="194A8D"/>
                </a:solidFill>
                <a:latin typeface="DM Sans Bold"/>
                <a:ea typeface="DM Sans Bold"/>
                <a:cs typeface="DM Sans Bold"/>
                <a:sym typeface="DM Sans Bold"/>
              </a:rPr>
              <a:t>pports appointment booking and navigation.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3321" y="699003"/>
            <a:ext cx="3199277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3499" spc="3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SYNCURE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3277764" y="-1580584"/>
            <a:ext cx="3429651" cy="6590820"/>
          </a:xfrm>
          <a:custGeom>
            <a:avLst/>
            <a:gdLst/>
            <a:ahLst/>
            <a:cxnLst/>
            <a:rect r="r" b="b" t="t" l="l"/>
            <a:pathLst>
              <a:path h="6590820" w="3429651">
                <a:moveTo>
                  <a:pt x="0" y="6590820"/>
                </a:moveTo>
                <a:lnTo>
                  <a:pt x="3429652" y="6590820"/>
                </a:lnTo>
                <a:lnTo>
                  <a:pt x="3429652" y="0"/>
                </a:lnTo>
                <a:lnTo>
                  <a:pt x="0" y="0"/>
                </a:lnTo>
                <a:lnTo>
                  <a:pt x="0" y="659082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70598" y="4023608"/>
            <a:ext cx="14786917" cy="1398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8"/>
              </a:lnSpc>
            </a:pPr>
            <a:r>
              <a:rPr lang="en-US" sz="10065" spc="100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CORE FEATURE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928657" y="-2010032"/>
            <a:ext cx="3889508" cy="7474533"/>
          </a:xfrm>
          <a:custGeom>
            <a:avLst/>
            <a:gdLst/>
            <a:ahLst/>
            <a:cxnLst/>
            <a:rect r="r" b="b" t="t" l="l"/>
            <a:pathLst>
              <a:path h="7474533" w="3889508">
                <a:moveTo>
                  <a:pt x="0" y="0"/>
                </a:moveTo>
                <a:lnTo>
                  <a:pt x="3889508" y="0"/>
                </a:lnTo>
                <a:lnTo>
                  <a:pt x="3889508" y="7474533"/>
                </a:lnTo>
                <a:lnTo>
                  <a:pt x="0" y="747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70728" y="5526540"/>
            <a:ext cx="13146544" cy="111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9"/>
              </a:lnSpc>
            </a:pPr>
            <a:r>
              <a:rPr lang="en-US" sz="8065" spc="806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KNOWLEDGE TABLE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43329" y="377346"/>
            <a:ext cx="989992" cy="983102"/>
          </a:xfrm>
          <a:custGeom>
            <a:avLst/>
            <a:gdLst/>
            <a:ahLst/>
            <a:cxnLst/>
            <a:rect r="r" b="b" t="t" l="l"/>
            <a:pathLst>
              <a:path h="983102" w="989992">
                <a:moveTo>
                  <a:pt x="0" y="0"/>
                </a:moveTo>
                <a:lnTo>
                  <a:pt x="989992" y="0"/>
                </a:lnTo>
                <a:lnTo>
                  <a:pt x="989992" y="983102"/>
                </a:lnTo>
                <a:lnTo>
                  <a:pt x="0" y="983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861" t="-77093" r="-73773" b="-7429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33321" y="699003"/>
            <a:ext cx="3199277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3499" spc="3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SYNCURE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635353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70706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5177010" y="-1253949"/>
            <a:ext cx="2720897" cy="5228794"/>
          </a:xfrm>
          <a:custGeom>
            <a:avLst/>
            <a:gdLst/>
            <a:ahLst/>
            <a:cxnLst/>
            <a:rect r="r" b="b" t="t" l="l"/>
            <a:pathLst>
              <a:path h="5228794" w="2720897">
                <a:moveTo>
                  <a:pt x="0" y="5228795"/>
                </a:moveTo>
                <a:lnTo>
                  <a:pt x="2720897" y="5228795"/>
                </a:lnTo>
                <a:lnTo>
                  <a:pt x="2720897" y="0"/>
                </a:lnTo>
                <a:lnTo>
                  <a:pt x="0" y="0"/>
                </a:lnTo>
                <a:lnTo>
                  <a:pt x="0" y="5228795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90093" y="-1471468"/>
            <a:ext cx="2720897" cy="5228794"/>
          </a:xfrm>
          <a:custGeom>
            <a:avLst/>
            <a:gdLst/>
            <a:ahLst/>
            <a:cxnLst/>
            <a:rect r="r" b="b" t="t" l="l"/>
            <a:pathLst>
              <a:path h="5228794" w="2720897">
                <a:moveTo>
                  <a:pt x="0" y="0"/>
                </a:moveTo>
                <a:lnTo>
                  <a:pt x="2720897" y="0"/>
                </a:lnTo>
                <a:lnTo>
                  <a:pt x="2720897" y="5228794"/>
                </a:lnTo>
                <a:lnTo>
                  <a:pt x="0" y="522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48157" y="4121310"/>
            <a:ext cx="3526347" cy="3283911"/>
          </a:xfrm>
          <a:custGeom>
            <a:avLst/>
            <a:gdLst/>
            <a:ahLst/>
            <a:cxnLst/>
            <a:rect r="r" b="b" t="t" l="l"/>
            <a:pathLst>
              <a:path h="3283911" w="3526347">
                <a:moveTo>
                  <a:pt x="0" y="0"/>
                </a:moveTo>
                <a:lnTo>
                  <a:pt x="3526347" y="0"/>
                </a:lnTo>
                <a:lnTo>
                  <a:pt x="3526347" y="3283911"/>
                </a:lnTo>
                <a:lnTo>
                  <a:pt x="0" y="328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13496" y="3658840"/>
            <a:ext cx="4176976" cy="4176976"/>
          </a:xfrm>
          <a:custGeom>
            <a:avLst/>
            <a:gdLst/>
            <a:ahLst/>
            <a:cxnLst/>
            <a:rect r="r" b="b" t="t" l="l"/>
            <a:pathLst>
              <a:path h="4176976" w="4176976">
                <a:moveTo>
                  <a:pt x="0" y="0"/>
                </a:moveTo>
                <a:lnTo>
                  <a:pt x="4176976" y="0"/>
                </a:lnTo>
                <a:lnTo>
                  <a:pt x="4176976" y="4176976"/>
                </a:lnTo>
                <a:lnTo>
                  <a:pt x="0" y="4176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15067" y="4089434"/>
            <a:ext cx="3315787" cy="3315787"/>
          </a:xfrm>
          <a:custGeom>
            <a:avLst/>
            <a:gdLst/>
            <a:ahLst/>
            <a:cxnLst/>
            <a:rect r="r" b="b" t="t" l="l"/>
            <a:pathLst>
              <a:path h="3315787" w="3315787">
                <a:moveTo>
                  <a:pt x="0" y="0"/>
                </a:moveTo>
                <a:lnTo>
                  <a:pt x="3315787" y="0"/>
                </a:lnTo>
                <a:lnTo>
                  <a:pt x="3315787" y="3315787"/>
                </a:lnTo>
                <a:lnTo>
                  <a:pt x="0" y="33157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42456" y="8139057"/>
            <a:ext cx="14786917" cy="1267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15"/>
              </a:lnSpc>
            </a:pPr>
            <a:r>
              <a:rPr lang="en-US" sz="9165" spc="91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WITH ZERO HASSEL.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62643" y="1648944"/>
            <a:ext cx="13146544" cy="219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9"/>
              </a:lnSpc>
            </a:pPr>
            <a:r>
              <a:rPr lang="en-US" sz="8065" spc="806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UPDATE YOUR</a:t>
            </a:r>
          </a:p>
          <a:p>
            <a:pPr algn="ctr">
              <a:lnSpc>
                <a:spcPts val="8549"/>
              </a:lnSpc>
            </a:pPr>
            <a:r>
              <a:rPr lang="en-US" sz="8065" spc="806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KNOWLEDGE TABLE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35353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1354" y="1028700"/>
            <a:ext cx="4282420" cy="8229600"/>
          </a:xfrm>
          <a:custGeom>
            <a:avLst/>
            <a:gdLst/>
            <a:ahLst/>
            <a:cxnLst/>
            <a:rect r="r" b="b" t="t" l="l"/>
            <a:pathLst>
              <a:path h="8229600" w="428242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1028700"/>
            <a:ext cx="4282420" cy="8229600"/>
          </a:xfrm>
          <a:custGeom>
            <a:avLst/>
            <a:gdLst/>
            <a:ahLst/>
            <a:cxnLst/>
            <a:rect r="r" b="b" t="t" l="l"/>
            <a:pathLst>
              <a:path h="8229600" w="4282420">
                <a:moveTo>
                  <a:pt x="4282420" y="0"/>
                </a:moveTo>
                <a:lnTo>
                  <a:pt x="0" y="0"/>
                </a:lnTo>
                <a:lnTo>
                  <a:pt x="0" y="8229600"/>
                </a:lnTo>
                <a:lnTo>
                  <a:pt x="4282420" y="8229600"/>
                </a:lnTo>
                <a:lnTo>
                  <a:pt x="428242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28749" y="3858064"/>
            <a:ext cx="9030502" cy="339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84"/>
              </a:lnSpc>
            </a:pPr>
            <a:r>
              <a:rPr lang="en-US" sz="12438" spc="124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70706" y="6637609"/>
            <a:ext cx="8572348" cy="4043501"/>
          </a:xfrm>
          <a:custGeom>
            <a:avLst/>
            <a:gdLst/>
            <a:ahLst/>
            <a:cxnLst/>
            <a:rect r="r" b="b" t="t" l="l"/>
            <a:pathLst>
              <a:path h="4043501" w="8572348">
                <a:moveTo>
                  <a:pt x="0" y="0"/>
                </a:moveTo>
                <a:lnTo>
                  <a:pt x="8572348" y="0"/>
                </a:lnTo>
                <a:lnTo>
                  <a:pt x="8572348" y="4043501"/>
                </a:lnTo>
                <a:lnTo>
                  <a:pt x="0" y="4043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45564" y="695499"/>
            <a:ext cx="2385672" cy="2369069"/>
          </a:xfrm>
          <a:custGeom>
            <a:avLst/>
            <a:gdLst/>
            <a:ahLst/>
            <a:cxnLst/>
            <a:rect r="r" b="b" t="t" l="l"/>
            <a:pathLst>
              <a:path h="2369069" w="2385672">
                <a:moveTo>
                  <a:pt x="0" y="0"/>
                </a:moveTo>
                <a:lnTo>
                  <a:pt x="2385673" y="0"/>
                </a:lnTo>
                <a:lnTo>
                  <a:pt x="2385673" y="2369069"/>
                </a:lnTo>
                <a:lnTo>
                  <a:pt x="0" y="23690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5861" t="-77093" r="-73773" b="-7429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DAG5z7ej-Vw</dc:identifier>
  <dcterms:modified xsi:type="dcterms:W3CDTF">2011-08-01T06:04:30Z</dcterms:modified>
  <cp:revision>1</cp:revision>
  <dc:title>CodeFest Presentation</dc:title>
</cp:coreProperties>
</file>